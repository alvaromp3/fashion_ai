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2E5E"/>
                </a:solidFill>
              </a:defRPr>
            </a:pPr>
            <a:r>
              <a:t>Fashion AI ? Software Engineering &amp; Quality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8C8C"/>
                </a:solidFill>
              </a:defRPr>
            </a:pPr>
            <a:r>
              <a:t>AI-assisted wardrobe organization built to be testable, secure, and maintainable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E5E"/>
                </a:solidFill>
              </a:defRPr>
            </a:pPr>
            <a:r>
              <a:t>20-Minute Presentation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8C8C"/>
                </a:solidFill>
              </a:defRPr>
            </a:pPr>
            <a:r>
              <a:t>Planned pacing with explicit grading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2323"/>
                </a:solidFill>
              </a:defRPr>
            </a:pPr>
            <a:r>
              <a:t>00:00-02:00  Problem, users, and solution overview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02:00-05:00  Agile approach, roles, and measurable requirements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05:00-08:00  Architecture and two prototype slices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08:00-12:00  Unit walkthroughs (FR-3 and FR-1)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12:00-15:00  Integration + E2E tests (all 8 cases)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15:00-18:00  Quality analysis, CI pipeline, defects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18:00-20:00  Traceability, reflection, closing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E5E"/>
                </a:solidFill>
              </a:defRPr>
            </a:pPr>
            <a:r>
              <a:t>Problem Definition + 3 User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2323"/>
                </a:solidFill>
              </a:defRPr>
            </a:pPr>
            <a:r>
              <a:t>Problem: Manual wardrobe tracking is inconsistent, time-consuming, and error-prone.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User Type 1 - Everyday user: upload clothing photo, get reliable labels, browse quickly.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User Type 2 - Style-focused user: preserve outfit history and classification consistency.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User Type 3 - System operator/developer: deploy safely, monitor health, keep CI green.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Impact: Better search/filter quality, safer input handling, and lower regression risk.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E5E"/>
                </a:solidFill>
              </a:defRPr>
            </a:pPr>
            <a:r>
              <a:t>Agile Approach +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8C8C"/>
                </a:solidFill>
              </a:defRPr>
            </a:pPr>
            <a:r>
              <a:t>Team-size can collapse to one person with role rotation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1060704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Sprint Practice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Implementation in Repo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Role Ownership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Requirement-first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FRs defined before coding and mapped to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Product/Analyst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Short iteration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Code slice + tests + CI validation each cycle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Full-stack engineer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Continuous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Vitest, pytest, Playwright, ESLint in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QA/Quality owner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Release discipline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PR checks + CI(all green) gate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DevOps owner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E5E"/>
                </a:solidFill>
              </a:defRPr>
            </a:pPr>
            <a:r>
              <a:t>Functional Requirements (FR-1 to FR-9)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30352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Requirement (testable)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Primary evidence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FR-1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Resolve /uploads paths only under uploads root; reject traversal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safePath.js + safePath.test.js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FR-2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POST /api/classify returns 400 when image missing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classify.test.js (no image case)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FR-3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Map ML labels to canonical tipo (Sneaker-&gt;zapatos)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vitClassToTipo.js + unit/integration tests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FR-4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Allowlist ML classify endpoints (/classify, /classify-vit)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safeOutboundUrl.js + unit tests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FR-5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Accept only safe mirror image URLs (data:image or safe https)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safeMirrorImageUrl.js + tests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FR-6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GET /api/health returns mongodb state + status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health.test.js + e2e smoke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FR-7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SPA first load shows app shell or Auth0 config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e2e/smoke.spec.js E2E-1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FR-8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POST /api/prendas/auto enforces per-user upload limit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prendas-limit.test.js (201 then 429)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FR-9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Select image storage target deterministically from env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storageTarget.js + storageTarget.test.js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E5E"/>
                </a:solidFill>
              </a:defRPr>
            </a:pPr>
            <a:r>
              <a:t>Measured Non-Functional Requirements (NFR-1 to NFR-6)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757645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NFR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Metric/Criterion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NFR-1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Path traversal blocked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safePath.test.js rejects ../etc/passwd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NFR-2 Security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SSRF/private-host prevention for mirror URLs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safeMirrorImageUrl.test.js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NFR-3 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Health endpoint reports degraded/ok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/api/health + health.test.js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NFR-4 Reliability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ML outage returns controlled 503 path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ml-health.test.js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NFR-5 Maintainability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Lint gate runs in backend/frontend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ci.yml backend/frontend jobs</a:t>
                      </a:r>
                    </a:p>
                  </a:txBody>
                  <a:tcPr/>
                </a:tc>
              </a:tr>
              <a:tr h="757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NFR-6 Operability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E2E smoke runs with Mongo service in CI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ci.yml e2e job + smoke.spec.js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E5E"/>
                </a:solidFill>
              </a:defRPr>
            </a:pPr>
            <a:r>
              <a:t>Architecture Diagram + Classify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8C8C"/>
                </a:solidFill>
              </a:defRPr>
            </a:pPr>
            <a:r>
              <a:t>4 components + classify sequence used by tests and 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2323"/>
                </a:solidFill>
              </a:defRPr>
            </a:pPr>
            <a:r>
              <a:t>Components: Frontend (React/Vite), Backend API (Express), ML service (Flask), MongoDB.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Sequence: Client upload -&gt; /api/classify -&gt; validation + multer -&gt; axios to ML -&gt; mapped tipo/color -&gt; JSON response.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Health path: /api/health reports mongodb status for runtime visibility.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Boundary design: app.js exports testable app; server.js handles listen/connect responsibilities.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06240"/>
            <a:ext cx="2103120" cy="731520"/>
          </a:xfrm>
          <a:prstGeom prst="roundRect">
            <a:avLst/>
          </a:prstGeom>
          <a:solidFill>
            <a:srgbClr val="6E82AA"/>
          </a:solidFill>
          <a:ln>
            <a:solidFill>
              <a:srgbClr val="142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4206240"/>
            <a:ext cx="2103120" cy="731520"/>
          </a:xfrm>
          <a:prstGeom prst="roundRect">
            <a:avLst/>
          </a:prstGeom>
          <a:solidFill>
            <a:srgbClr val="008C8C"/>
          </a:solidFill>
          <a:ln>
            <a:solidFill>
              <a:srgbClr val="142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Backend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206240"/>
            <a:ext cx="2103120" cy="731520"/>
          </a:xfrm>
          <a:prstGeom prst="roundRect">
            <a:avLst/>
          </a:prstGeom>
          <a:solidFill>
            <a:srgbClr val="008C8C"/>
          </a:solidFill>
          <a:ln>
            <a:solidFill>
              <a:srgbClr val="142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ML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4206240"/>
            <a:ext cx="2103120" cy="731520"/>
          </a:xfrm>
          <a:prstGeom prst="roundRect">
            <a:avLst/>
          </a:prstGeom>
          <a:solidFill>
            <a:srgbClr val="6E82AA"/>
          </a:solidFill>
          <a:ln>
            <a:solidFill>
              <a:srgbClr val="142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MongoDB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E5E"/>
                </a:solidFill>
              </a:defRPr>
            </a:pPr>
            <a:r>
              <a:t>Two Prototype Slices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8C8C"/>
                </a:solidFill>
              </a:defRPr>
            </a:pPr>
            <a:r>
              <a:t>Small slices with explicit requirement and test linkage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176784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Slice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What it covers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Files + tests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</a:tr>
              <a:tr h="17678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Slice A: classify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Input validation, ML call, label mapping, response shaping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classify.js + vitClassToTipo.js + classify.test.js</a:t>
                      </a:r>
                    </a:p>
                  </a:txBody>
                  <a:tcPr/>
                </a:tc>
              </a:tr>
              <a:tr h="17678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Slice B: mirror SSRF safety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Reject unsafe mirror URL targets and malformed image URLs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safeMirrorImageUrl.js + safeMirrorImageUrl.test.js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E5E"/>
                </a:solidFill>
              </a:defRPr>
            </a:pPr>
            <a:r>
              <a:t>Unit Walkthrough: FR-3 -&gt; vitClassToTipo.js -&gt; Assertions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2323"/>
                </a:solidFill>
              </a:defRPr>
            </a:pPr>
            <a:r>
              <a:t>Requirement: ML class labels must map deterministically to wardrobe tipo.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Implementation: backend/utils/vitClassToTipo.js normalizes case and underscore/hyphen variants.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Assertion examples from vitClassToTipo.test.js: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expect(vitClassToTipo('Sneaker')).toBe('zapatos')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expect(vitClassToTipo('spaceship')).toBe('desconocido')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6070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23232"/>
                </a:solidFill>
              </a:defRPr>
            </a:pPr>
            <a:r>
              <a:t>Map snippet: sneaker-&gt;zapatos, t-shirt-&gt;superior, unknown-&gt;desconocido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E5E"/>
                </a:solidFill>
              </a:defRPr>
            </a:pPr>
            <a:r>
              <a:t>Unit Walkthrough: FR-1 -&gt; safePath.js -&gt; Traversal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2323"/>
                </a:solidFill>
              </a:defRPr>
            </a:pPr>
            <a:r>
              <a:t>Requirement: /uploads path resolution cannot escape uploads root.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Implementation: resolveUnder + resolveUploadsPublicPath reject '..' and absolute escape.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Assertion examples from safePath.test.js: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resolveUploadsPublicPath('/uploads/../etc/passwd', root) -&gt; null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resolveUploadsPublicPath('/uploads/user1/photo.jpg', root) -&gt; valid absolute path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E5E"/>
                </a:solidFill>
              </a:defRPr>
            </a:pPr>
            <a:r>
              <a:t>All 8 Integration + E2E Tests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892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Expected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IT-A1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GET /api/health with in-memory Mongo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200; status OK; mongodb connected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IT-A2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POST /api/classify (no image / mocked ML)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400 then 200 + tipo zapatos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IT-A3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GET /api/ml-health with axios mocked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200 available true or 503 fallback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IT-A4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GET /api/me when Auth0 disabled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200; sub anonymous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IT-A5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POST /api/prendas/auto exceeds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201 first, then 429 with limit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IT-B1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Integration (ML)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Flask test client GET /health and /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200 with expected JSON keys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E2E-1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E2E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Open / in browser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Visible .app-shell or Auth0 message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E2E-2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E2E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Playwright request /api/health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t>JSON has mongodb and status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E5E"/>
                </a:solidFill>
              </a:defRPr>
            </a:pPr>
            <a:r>
              <a:t>IT-A2 Deep Dive: /api/classify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8C8C"/>
                </a:solidFill>
              </a:defRPr>
            </a:pPr>
            <a:r>
              <a:t>Required 2-row scenario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176784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Expected HTTP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Expected Body Signal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</a:tr>
              <a:tr h="17678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No image attached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400 Bad 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error matches /No image/</a:t>
                      </a:r>
                    </a:p>
                  </a:txBody>
                  <a:tcPr/>
                </a:tc>
              </a:tr>
              <a:tr h="17678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tiny.jpg + mocked ML top3 Sneaker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200 OK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tipo='zapatos', top3 length=1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931920"/>
            <a:ext cx="109728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const res = await request(app).post('/api/classify').attach('imagen', tinyJpegPath).expect(200);</a:t>
            </a:r>
          </a:p>
          <a:p>
            <a:pPr>
              <a:defRPr sz="1400"/>
            </a:pPr>
            <a:r>
              <a:t>expect(res.body.tipo).toBe('zapatos');</a:t>
            </a:r>
          </a:p>
          <a:p>
            <a:pPr>
              <a:defRPr sz="1400"/>
            </a:pPr>
            <a:r>
              <a:t>expect(res.body.clase_nombre).toMatch(/Sneaker|sneaker/i);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E5E"/>
                </a:solidFill>
              </a:defRPr>
            </a:pPr>
            <a:r>
              <a:t>IT-A3 + IT-A5 Side-by-Side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2323"/>
                </a:solidFill>
              </a:defRPr>
            </a:pPr>
            <a:r>
              <a:t>IT-A3 validates ML reachability behavior: mocked axios.get yields 200 available true or controlled 503.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IT-A5 validates free-tier quota: PRENDAS_MAX_PER_USER=1 returns 201 then 429 on second upload.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Both tests are integration-level and include API + middleware + persistence behavior.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108960"/>
            <a:ext cx="5394960" cy="2651760"/>
          </a:xfrm>
          <a:prstGeom prst="roundRect">
            <a:avLst/>
          </a:prstGeom>
          <a:solidFill>
            <a:srgbClr val="E6F0FA"/>
          </a:solidFill>
          <a:ln>
            <a:solidFill>
              <a:srgbClr val="142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/>
            </a:pPr>
            <a:r>
              <a:t>IT-A3 code:</a:t>
            </a:r>
          </a:p>
          <a:p>
            <a:pPr>
              <a:defRPr sz="1300"/>
            </a:pPr>
            <a:r>
              <a:t>vi.spyOn(axios,'get').mockRejectedValue({code:'ECONNREFUSED'})</a:t>
            </a:r>
          </a:p>
          <a:p>
            <a:pPr>
              <a:defRPr sz="1300"/>
            </a:pPr>
            <a:r>
              <a:t>GET /api/ml-health -&gt; 503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108960"/>
            <a:ext cx="5394960" cy="2651760"/>
          </a:xfrm>
          <a:prstGeom prst="roundRect">
            <a:avLst/>
          </a:prstGeom>
          <a:solidFill>
            <a:srgbClr val="E6FAF0"/>
          </a:solidFill>
          <a:ln>
            <a:solidFill>
              <a:srgbClr val="00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/>
            </a:pPr>
            <a:r>
              <a:t>IT-A5 code:</a:t>
            </a:r>
          </a:p>
          <a:p>
            <a:pPr>
              <a:defRPr sz="1300"/>
            </a:pPr>
            <a:r>
              <a:t>POST /api/prendas/auto -&gt; 201</a:t>
            </a:r>
          </a:p>
          <a:p>
            <a:pPr>
              <a:defRPr sz="1300"/>
            </a:pPr>
            <a:r>
              <a:t>repeat POST -&gt; 429 and body.limit=1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E5E"/>
                </a:solidFill>
              </a:defRPr>
            </a:pPr>
            <a:r>
              <a:t>Test Execution Summary + CI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8C8C"/>
                </a:solidFill>
              </a:defRPr>
            </a:pPr>
            <a:r>
              <a:t>All core checks green in local run and codified in GitHub Actions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88392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Backend Vitest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47 passed (13 files)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npm test --prefix backend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Frontend Vitest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14 passed (3 files)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npm test --prefix frontend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ML pytest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10 passed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node scripts/run-ml-tests.js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Playwright E2E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2 passed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npm run test:e2e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CI jobs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backend/frontend/ml/e2e + aggregate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t>.github/workflows/ci.yml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E5E"/>
                </a:solidFill>
              </a:defRPr>
            </a:pPr>
            <a:r>
              <a:t>Real ESLint Output + Complexity Hotspot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2323"/>
                </a:solidFill>
              </a:defRPr>
            </a:pPr>
            <a:r>
              <a:t>Backend lint result: 2 warnings, 0 errors.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Warnings observed: routes/outfits.js unused 'vestidos'; utils/cloudinary.js unused 'fs'.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Frontend lint result: no issues reported.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Complexity hotspot: backend/routes/classify.js mixes conversion, ML I/O, and response shaping.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972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eslint .  -&gt;  ? 2 problems (0 errors, 2 warnings)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E5E"/>
                </a:solidFill>
              </a:defRPr>
            </a:pPr>
            <a:r>
              <a:t>Defect Lifecycle + 6 Defect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8C8C"/>
                </a:solidFill>
              </a:defRPr>
            </a:pPr>
            <a:r>
              <a:t>Lifecycle: New -&gt; Triaged -&gt; In Progress -&gt; Fixed -&gt; Verified -&gt; Closed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757645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Defect Type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Cause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Fix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Verification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Functional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Wrong tipo for new synonym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Missing map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Update vitClassToTipo 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unit + IT-A2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Functional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Storage target unexpectedly local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R2 public URL absent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Set R2_PUBLIC_URL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storageTarget.test.js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/api/ml-health always 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ML_SERVICE_URL misconfigured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Correct env and restart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IT-A3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429 not enforced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PRENDAS_MAX_PER_USER missing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Set env + middleware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IT-A5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Data/Validation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Traversal attempt on /uploads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Unsafe path segments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resolveUploadsPublicPath guard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safePath.test.js</a:t>
                      </a:r>
                    </a:p>
                  </a:txBody>
                  <a:tcPr/>
                </a:tc>
              </a:tr>
              <a:tr h="757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Data/Validation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Mirror SSRF/private host URL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Unsafe remote URL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validateMirrorImageUrl reject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safeMirrorImageUrl.test.js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E5E"/>
                </a:solidFill>
              </a:defRPr>
            </a:pPr>
            <a:r>
              <a:t>DevOps Plan + Branch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2323"/>
                </a:solidFill>
              </a:defRPr>
            </a:pPr>
            <a:r>
              <a:t>Workflow: feature/* branch -&gt; pull request -&gt; CI jobs -&gt; merge only if CI (all green).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CI includes lint + tests for backend/frontend, pytest for ML, Playwright E2E with Mongo service.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Concurrency policy cancels stale runs; branch protection uses aggregate check.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Release approach: frontend build, backend + ML deployment with env-controlled configuration.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feature/*  -&gt;  PR  -&gt;  backend/frontend/ml/e2e jobs  -&gt;  CI(all green)  -&gt;  merge main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E5E"/>
                </a:solidFill>
              </a:defRPr>
            </a:pPr>
            <a:r>
              <a:t>Full 9-Row Traceability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30352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Req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Code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Unit Test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Integration/E2E</a:t>
                      </a:r>
                    </a:p>
                  </a:txBody>
                  <a:tcPr>
                    <a:solidFill>
                      <a:srgbClr val="142E5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FR-1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safePath.js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safePath.test.js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FR-2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routes/classify.js (no-file path)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IT-A2 classify.test.js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FR-3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vitClassToTipo.js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vitClassToTipo.test.js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IT-A2 classify + ML labels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FR-4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safeOutboundUrl.js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safeOutboundUrl.test.js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IT-A2 classify URL use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FR-5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safeMirrorImageUrl.js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safeMirrorImageUrl.test.js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FR-6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app.js /api/health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IT-A1 + E2E-2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FR-7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App.jsx + main.jsx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optional RTL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E2E-1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FR-8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middleware/freeTierLimits + prendas route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IT-A5 prendas-limit.test.js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FR-9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utils/storageTarget.js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storageTarget.test.js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</a:defRPr>
                      </a:pPr>
                      <a:r>
                        <a:t>server startup behavior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E5E"/>
                </a:solidFill>
              </a:defRPr>
            </a:pPr>
            <a:r>
              <a:t>Reflection: Tradeoffs, Improvements,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2323"/>
                </a:solidFill>
              </a:defRPr>
            </a:pPr>
            <a:r>
              <a:t>Tradeoffs: mocked ML in CI is fast/stable but does not fully validate live model schema drift.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Improvements: add contract tests for ML payload shape and expand E2E beyond smoke.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Learning: requirement-first testing and app/server split improved traceability and maintainability.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E5E"/>
                </a:solidFill>
              </a:defRPr>
            </a:pPr>
            <a:r>
              <a:t>Closing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8C8C"/>
                </a:solidFill>
              </a:defRPr>
            </a:pPr>
            <a:r>
              <a:t>Thank you -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2323"/>
                </a:solidFill>
              </a:defRPr>
            </a:pPr>
            <a:r>
              <a:t>Fashion AI demonstrates a complete software engineering chain, not only model output.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Requirements -&gt; code -&gt; unit/integration/E2E tests -&gt; CI quality gate -&gt; defect verification.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20-minute walkthrough showed evidence-backed decisions using real repo artifacts.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Quality is cumulative: remove one layer and reliability drops.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